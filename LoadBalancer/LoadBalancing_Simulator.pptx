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3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152" y="228600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78624" y="228600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228600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228600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28600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576072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576072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8624" y="576072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6096" y="576072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576072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576072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923544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923544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8624" y="923544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923544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923544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923544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271016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1271016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1271016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1271016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3568" y="1271016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271016"/>
            <a:ext cx="64008" cy="64008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6576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0" dirty="0">
                <a:solidFill>
                  <a:srgbClr val="00D4FF">
                    <a:alpha val="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</a:t>
            </a:r>
            <a:endParaRPr lang="en-US" sz="28000" dirty="0"/>
          </a:p>
        </p:txBody>
      </p:sp>
      <p:sp>
        <p:nvSpPr>
          <p:cNvPr id="28" name="Text 26"/>
          <p:cNvSpPr/>
          <p:nvPr/>
        </p:nvSpPr>
        <p:spPr>
          <a:xfrm>
            <a:off x="457200" y="1225565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— ALGORITHM COMPARISON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1637045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A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Balancing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457200" y="2322845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Simulator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57200" y="3191525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of Round Robin · Central Manager · Random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648725"/>
            <a:ext cx="5029200" cy="22860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Load Balancing?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503920" cy="777240"/>
          </a:xfrm>
          <a:prstGeom prst="rect">
            <a:avLst/>
          </a:prstGeom>
          <a:solidFill>
            <a:srgbClr val="151C35"/>
          </a:solidFill>
          <a:ln w="1270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167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Definition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Distributing incoming tasks across multiple servers to prevent any single server from becoming a bottleneck — ensuring performance, fairness, and availability.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743200" cy="1325880"/>
          </a:xfrm>
          <a:prstGeom prst="rect">
            <a:avLst/>
          </a:prstGeom>
          <a:solidFill>
            <a:srgbClr val="151C35"/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40280"/>
            <a:ext cx="27432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7066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finish faster when no server is overwhelmed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240280"/>
            <a:ext cx="2743200" cy="1325880"/>
          </a:xfrm>
          <a:prstGeom prst="rect">
            <a:avLst/>
          </a:prstGeom>
          <a:solidFill>
            <a:srgbClr val="151C35"/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240280"/>
            <a:ext cx="27432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Fairness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7066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receives a proportional share of the 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240280"/>
            <a:ext cx="2743200" cy="1325880"/>
          </a:xfrm>
          <a:prstGeom prst="rect">
            <a:avLst/>
          </a:prstGeom>
          <a:solidFill>
            <a:srgbClr val="151C35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240280"/>
            <a:ext cx="2743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359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Fault Tolerance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7066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server fails, others continue handling requests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8503920" cy="804672"/>
          </a:xfrm>
          <a:prstGeom prst="rect">
            <a:avLst/>
          </a:prstGeom>
          <a:solidFill>
            <a:srgbClr val="1A2040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Real-Life Analogy: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00507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supermarket manager who directs each arriving customer to the checkout line with the fewest people — minimizing wait time for everyone.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Three Algorithms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88920" cy="2487168"/>
          </a:xfrm>
          <a:prstGeom prst="rect">
            <a:avLst/>
          </a:prstGeom>
          <a:solidFill>
            <a:srgbClr val="151C35"/>
          </a:solidFill>
          <a:ln w="12700">
            <a:solidFill>
              <a:srgbClr val="4F8EF7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2788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417320"/>
            <a:ext cx="438912" cy="438912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11226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tasks in a fixed sequential rotation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73405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completely ignores server load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182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355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but unfair for uneven tasks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64408" y="1298448"/>
            <a:ext cx="2788920" cy="2487168"/>
          </a:xfrm>
          <a:prstGeom prst="rect">
            <a:avLst/>
          </a:prstGeom>
          <a:solidFill>
            <a:srgbClr val="151C35"/>
          </a:solidFill>
          <a:ln w="12700">
            <a:solidFill>
              <a:srgbClr val="00C896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1298448"/>
            <a:ext cx="278892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4136" y="1417320"/>
            <a:ext cx="438912" cy="438912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86200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Manager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01568" y="1938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01568" y="211226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selects the server with the lowest current load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01568" y="25603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01568" y="273405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global view of all server states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01568" y="3182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01568" y="3355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balanced — best distribution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1298448"/>
            <a:ext cx="2788920" cy="2487168"/>
          </a:xfrm>
          <a:prstGeom prst="rect">
            <a:avLst/>
          </a:prstGeom>
          <a:solidFill>
            <a:srgbClr val="151C35"/>
          </a:solidFill>
          <a:ln w="12700">
            <a:solidFill>
              <a:srgbClr val="FF5C7A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1298448"/>
            <a:ext cx="2788920" cy="73152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18504" y="1417320"/>
            <a:ext cx="438912" cy="438912"/>
          </a:xfrm>
          <a:prstGeom prst="ellipse">
            <a:avLst/>
          </a:prstGeom>
          <a:solidFill>
            <a:srgbClr val="FF5C7A">
              <a:alpha val="25000"/>
            </a:srgbClr>
          </a:solidFill>
          <a:ln w="12700">
            <a:solidFill>
              <a:srgbClr val="FF5C7A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30568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45936" y="1938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45936" y="211226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random server with no criteria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45936" y="25603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45936" y="273405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purely random selection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45936" y="31821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45936" y="33558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— baseline comparison only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3822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41648"/>
          <a:ext cx="8549640" cy="97536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11680"/>
                <a:gridCol w="2423160"/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F8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rotation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Fair for equal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loaded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Best — lowest 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5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A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Unpredictable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8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 &amp;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14800" cy="3611880"/>
          </a:xfrm>
          <a:prstGeom prst="rect">
            <a:avLst/>
          </a:prstGeom>
          <a:solidFill>
            <a:srgbClr val="151C35"/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41148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417320" cy="292608"/>
          </a:xfrm>
          <a:prstGeom prst="rect">
            <a:avLst/>
          </a:prstGeom>
          <a:solidFill>
            <a:srgbClr val="1A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11680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 — id, weight (1–5)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1417320" cy="292608"/>
          </a:xfrm>
          <a:prstGeom prst="rect">
            <a:avLst/>
          </a:prstGeom>
          <a:solidFill>
            <a:srgbClr val="1A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2240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load, capacity, color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42616"/>
            <a:ext cx="1417320" cy="292608"/>
          </a:xfrm>
          <a:prstGeom prst="rect">
            <a:avLst/>
          </a:prstGeom>
          <a:solidFill>
            <a:srgbClr val="1A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LoadBalancer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0" y="2670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 — assign() method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1417320" cy="292608"/>
          </a:xfrm>
          <a:prstGeom prst="rect">
            <a:avLst/>
          </a:prstGeom>
          <a:solidFill>
            <a:srgbClr val="1A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7238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RoundRobinBalancer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1680" y="3099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— sequential counter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02152"/>
            <a:ext cx="1417320" cy="292608"/>
          </a:xfrm>
          <a:prstGeom prst="rect">
            <a:avLst/>
          </a:prstGeom>
          <a:solidFill>
            <a:srgbClr val="1A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021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CentralManagerBalancer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35295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— min(load) search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1417320" cy="292608"/>
          </a:xfrm>
          <a:prstGeom prst="rect">
            <a:avLst/>
          </a:prstGeom>
          <a:solidFill>
            <a:srgbClr val="1A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319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RandomBalancer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3959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— random.choice()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361688"/>
            <a:ext cx="1417320" cy="292608"/>
          </a:xfrm>
          <a:prstGeom prst="rect">
            <a:avLst/>
          </a:prstGeom>
          <a:solidFill>
            <a:srgbClr val="1A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616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SimulatorApp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116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UI — wires everything together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1261872"/>
            <a:ext cx="4251960" cy="3611880"/>
          </a:xfrm>
          <a:prstGeom prst="rect">
            <a:avLst/>
          </a:prstGeom>
          <a:solidFill>
            <a:srgbClr val="151C35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261872"/>
            <a:ext cx="42519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GUI Features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1874520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1783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task assignment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76288" y="18013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appear one-by-one with speed control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304288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2212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server cards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76288" y="22311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→ Yellow → Orange → Red by load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734056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26426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 log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76288" y="266090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 logged with reasoning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3163824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30723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results table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76288" y="309067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Max, Avg, Variance per algorithm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593592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3502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bar chart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76288" y="3520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load distribution drawn on Canvas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023360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3931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TXT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876288" y="39502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full results to Desktop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4453128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10912" y="43616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76288" y="437997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Tkinter only — no external libraries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&amp; 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88920" cy="2487168"/>
          </a:xfrm>
          <a:prstGeom prst="rect">
            <a:avLst/>
          </a:prstGeom>
          <a:solidFill>
            <a:srgbClr val="151C35"/>
          </a:solidFill>
          <a:ln w="12700">
            <a:solidFill>
              <a:srgbClr val="00C89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278892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BEST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Manager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848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variance — most balanced distribution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054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assigns to the least loaded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26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awareness = intelligent, fair decisions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346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for heterogeneous task workloads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64408" y="1298448"/>
            <a:ext cx="2788920" cy="2487168"/>
          </a:xfrm>
          <a:prstGeom prst="rect">
            <a:avLst/>
          </a:prstGeom>
          <a:solidFill>
            <a:srgbClr val="151C35"/>
          </a:solidFill>
          <a:ln w="12700">
            <a:solidFill>
              <a:srgbClr val="4F8EF7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1298448"/>
            <a:ext cx="278892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SECOND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01568" y="2176272"/>
            <a:ext cx="91440" cy="914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0848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and simple to implement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2596896"/>
            <a:ext cx="91440" cy="914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5054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only when tasks have equal weight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3017520"/>
            <a:ext cx="91440" cy="914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926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server state — can cause imbalance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3438144"/>
            <a:ext cx="91440" cy="914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346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baseline for uniform workloads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08776" y="1298448"/>
            <a:ext cx="2788920" cy="2487168"/>
          </a:xfrm>
          <a:prstGeom prst="rect">
            <a:avLst/>
          </a:prstGeom>
          <a:solidFill>
            <a:srgbClr val="151C35"/>
          </a:solidFill>
          <a:ln w="12700">
            <a:solidFill>
              <a:srgbClr val="FF5C7A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1298448"/>
            <a:ext cx="2788920" cy="64008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WORST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18504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45936" y="2176272"/>
            <a:ext cx="91440" cy="91440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0848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variance — most unbalanced results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45936" y="2596896"/>
            <a:ext cx="91440" cy="91440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25054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logic — selection is purely by chance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45936" y="3017520"/>
            <a:ext cx="91440" cy="91440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2926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only as a comparison baseline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5936" y="3438144"/>
            <a:ext cx="91440" cy="91440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3346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production environments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913632"/>
            <a:ext cx="8549640" cy="896112"/>
          </a:xfrm>
          <a:prstGeom prst="rect">
            <a:avLst/>
          </a:prstGeom>
          <a:solidFill>
            <a:srgbClr val="0D1F0D"/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913632"/>
            <a:ext cx="64008" cy="8961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load awareness leads to significantly better task distribution. The Central Manager's O(n) scan of server loads pays off — variance drops dramatically compared to blind strategies like Round Robin and Random.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505</Words>
  <Application>Microsoft Office PowerPoint</Application>
  <PresentationFormat>On-screen Show (16:9)</PresentationFormat>
  <Paragraphs>124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 Balancing Simulator</dc:title>
  <dc:subject>PptxGenJS Presentation</dc:subject>
  <dc:creator>PptxGenJS</dc:creator>
  <cp:lastModifiedBy>Microsoft account</cp:lastModifiedBy>
  <cp:revision>2</cp:revision>
  <dcterms:created xsi:type="dcterms:W3CDTF">2026-06-07T21:59:38Z</dcterms:created>
  <dcterms:modified xsi:type="dcterms:W3CDTF">2026-06-16T17:46:42Z</dcterms:modified>
</cp:coreProperties>
</file>